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Разработка системы управления</a:t>
            </a:r>
          </a:p>
          <a:p>
            <a:r>
              <a:t>рабочими местами в коворкинге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Веб-приложение «Умный Коворкинг»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Цветкова К.А., гр. ИСПк-403-52-00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Руководитель: Самоделкин П.А.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Колледж ВятГУ,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569C"/>
                </a:solidFill>
              </a:defRPr>
            </a:pPr>
            <a:r>
              <a:t>Проблема и 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63040"/>
            <a:ext cx="8046720" cy="4572000"/>
          </a:xfrm>
        </p:spPr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Рост коворкингов: сотни мест, тысячи клиентов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Ручной учёт → двойное бронирование, ошибки, потеря данных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Нет оперативной аналитики загрузки пространства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Москва: 55 000+ мест, заполняемость ~95%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Аналоги не закрывают весь цикл: карта + онлайн-бронь + аналитика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→ Нужна специализированная автоматизация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569C"/>
                </a:solidFill>
              </a:defRPr>
            </a:pPr>
            <a:r>
              <a:t>Цель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63040"/>
            <a:ext cx="8046720" cy="4572000"/>
          </a:xfrm>
        </p:spPr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Автоматизировать управление рабочими местами в коворкинге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Сократить время обработки бронирований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Снизить нагрузку на персонал ресепшена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Повысить эффективность использования площади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Клиент — онлайн-бронь | Менеджер — ресепшен | Админ — управление и отчёты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569C"/>
                </a:solidFill>
              </a:defRPr>
            </a:pPr>
            <a:r>
              <a:t>Этап 1. Анализ и требования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63040"/>
            <a:ext cx="8046720" cy="4572000"/>
          </a:xfrm>
        </p:spPr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Изучение предметной области коворкинга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Сравнительный анализ 5 аналогов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Выявлены пробелы: нет карты / ручное подтверждение / слабая аналитика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Сформировано расширенное техническое задание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Результат: чёткий набор функциональных требований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569C"/>
                </a:solidFill>
              </a:defRPr>
            </a:pPr>
            <a:r>
              <a:t>Этап 2. Проектирование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63040"/>
            <a:ext cx="8046720" cy="4572000"/>
          </a:xfrm>
        </p:spPr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Моделирование: IDEF0, DFD, UML, BPMN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Трёхуровневая клиент-серверная архитектура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Слои: handlers → services → repositories → models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PostgreSQL (транзакции) + layout.json (геометрия)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Алгоритмы: 15-мин. сетка, расчёт стоимости, синхронизация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Результат: архитектура и алгоритмы готовы к реализации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569C"/>
                </a:solidFill>
              </a:defRPr>
            </a:pPr>
            <a:r>
              <a:t>Этап 3. Серверная реализация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63040"/>
            <a:ext cx="8046720" cy="4572000"/>
          </a:xfrm>
        </p:spPr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Python 3, Flask, SQLAlchemy, PostgreSQL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Application factory (create_app)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Авторизация: клиент / менеджер / администратор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REST API: карта, бронирования, отчёты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Бизнес-правила: доступность, вместимость, расписание, тарифы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Результат: работающий сервер с бизнес-логикой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569C"/>
                </a:solidFill>
              </a:defRPr>
            </a:pPr>
            <a:r>
              <a:t>Этап 4. Карта и клиентская часть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63040"/>
            <a:ext cx="8046720" cy="4572000"/>
          </a:xfrm>
        </p:spPr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SVG-карта: свободно / занято / обслуживание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Бронирование: место → дата → слоты → цена → подтверждение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Визуальный редактор планировки для администратора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Личный кабинет, история бронирований, рейтинг мест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Результат: клиент бронирует сам, без звонка администратору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569C"/>
                </a:solidFill>
              </a:defRPr>
            </a:pPr>
            <a:r>
              <a:t>Этап 5. Администрирование и аналитика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63040"/>
            <a:ext cx="8046720" cy="4572000"/>
          </a:xfrm>
        </p:spPr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Управление: пользователи, категории, тарифы, абонементы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Расписание, уведомления, техобслуживание мест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Аналитика: загрузка, бронирования, доход за период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Диаграммы, таблицы, экспорт отчётов в PDF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Результат: централизованное управление и данные для решений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569C"/>
                </a:solidFill>
              </a:defRPr>
            </a:pPr>
            <a:r>
              <a:t>Этап 6. Тестирование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63040"/>
            <a:ext cx="8046720" cy="4572000"/>
          </a:xfrm>
        </p:spPr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Программа и методика испытаний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19 тестовых сценариев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Проверены: авторизация, бронирование, карта,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расчёт цены, категории, статистика, экспорт PDF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Все тесты — Pass. Критических ошибок нет.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569C"/>
                </a:solidFill>
              </a:defRPr>
            </a:pPr>
            <a:r>
              <a:t>Заключение: цель достигнута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63040"/>
            <a:ext cx="8046720" cy="4572000"/>
          </a:xfrm>
        </p:spPr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✓ Автоматизация бронирования — онлайн через карту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✓ Исключение конфликтов — проверка в реальном времени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✓ Управление ресурсами — админ-панель + редактор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✓ Аналитика — отчёты и экспорт в PDF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✓ Качество — 19 из 19 тестов пройдено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Система готова к внедрению в коворкинг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69C"/>
                </a:solidFill>
              </a:defRPr>
            </a:pPr>
            <a:r>
              <a:t>Спасибо за внимание!</a:t>
            </a:r>
          </a:p>
          <a:p>
            <a:pPr algn="ctr">
              <a:defRPr sz="2800">
                <a:solidFill>
                  <a:srgbClr val="555555"/>
                </a:solidFill>
              </a:defRPr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